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tableStyles.xml><?xml version="1.0" encoding="utf-8"?>
<a:tblStyleLst xmlns:a="http://schemas.openxmlformats.org/drawingml/2006/main" def="{2E9B8F31-6A47-4C8D-B0A2-9F4E7D3C1B65}">
  <a:tblStyle styleId="{2E9B8F31-6A47-4C8D-B0A2-9F4E7D3C1B65}" styleName="Report Style">
    <a:wholeTbl>
      <a:tcStyle>
        <a:tcBdr>
          <a:insideH>
            <a:ln/>
          </a:insideH>
        </a:tcBdr>
      </a:tcStyle>
    </a:wholeTbl>
    <a:band1H>
      <a:tcStyle>
        <a:fill>
          <a:solidFill>
            <a:srgbClr val="D9E1F2"/>
          </a:solidFill>
        </a:fill>
      </a:tcStyle>
    </a:band1H>
    <a:firstRow>
      <a:tcTxStyle b="on">
        <a:srgbClr val="FFFFFF"/>
      </a:tcTxStyle>
      <a:tcStyle>
        <a:fill>
          <a:solidFill>
            <a:srgbClr val="1F3864"/>
          </a:solidFill>
        </a:fill>
      </a:tcStyle>
    </a:firstRow>
  </a:tblStyle>
</a:tblStyleLst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Relationship Id="rId4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OOXML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57200" y="914400"/>
          <a:ext cx="7315200" cy="2743200"/>
        </p:xfrm>
        <a:graphic>
          <a:graphicData uri="http://schemas.openxmlformats.org/drawingml/2006/table">
            <a:tbl>
              <a:tblPr firstRow="1" bandRow="1">
                <a:tableStyleId>{2E9B8F31-6A47-4C8D-B0A2-9F4E7D3C1B65}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Change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