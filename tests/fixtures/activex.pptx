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activeX/_rels/activeX1.xml.rels><?xml version="1.0" encoding="UTF-8" standalone="yes"?>
<Relationships xmlns="http://schemas.openxmlformats.org/package/2006/relationships">
  <Relationship Id="rId1" Type="http://schemas.openxmlformats.org/officeDocument/2006/relationships/activeXControlBinary" Target="activeX1.bin"/>
</Relationships>

</file>

<file path=ppt/activeX/activeX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ontrol" Target="../activeX/activeX1.xml"/>
  <Relationship Id="rId3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</p:spTree>
    <p:controls>
      <p:control r:id="rId2" name="CommandButton1" spid="_x0000_s1026" imgW="2540000" imgH="635000">
        <p:pic>
          <p:nvPicPr>
            <p:cNvPr id="4" name="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1143000"/>
              <a:ext cx="2540000" cy="635000"/>
            </a:xfrm>
            <a:prstGeom prst="rect">
              <a:avLst/>
            </a:prstGeom>
          </p:spPr>
        </p:pic>
      </p:control>
    </p:controls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