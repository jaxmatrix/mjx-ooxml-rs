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/" TargetMode="External"/>
  <Relationship Id="rId3" Type="http://schemas.openxmlformats.org/officeDocument/2006/relationships/slide" Target="slide2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ink Text 1"/>
          <p:cNvSpPr txBox="1"/>
          <p:nvPr/>
        </p:nvSpPr>
        <p:spPr>
          <a:xfrm>
            <a:off x="838200" y="838200"/>
            <a:ext cx="4000000" cy="5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hlinkClick r:id="rId2"/>
              </a:rPr>
              <a:t>Visit example</a:t>
            </a:r>
          </a:p>
        </p:txBody>
      </p:sp>
      <p:sp>
        <p:nvSpPr>
          <p:cNvPr id="3" name="Jump Rectangle 2">
            <a:hlinkClick r:id="rId3" action="ppaction://hlinksldjump"/>
          </p:cNvPr>
          <p:cNvSpPr/>
          <p:nvPr/>
        </p:nvSpPr>
        <p:spPr>
          <a:xfrm>
            <a:off x="838200" y="2000000"/>
            <a:ext cx="2000000" cy="1000000"/>
          </a:xfrm>
          <a:prstGeom prst="rect">
            <a:avLst/>
          </a:prstGeom>
        </p:spPr>
        <p:txBody>
          <a:bodyPr/>
          <a:lstStyle/>
          <a:p>
            <a:r>
              <a:t>Go to slide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 1"/>
          <p:cNvSpPr txBox="1"/>
          <p:nvPr/>
        </p:nvSpPr>
        <p:spPr>
          <a:xfrm>
            <a:off x="838200" y="838200"/>
            <a:ext cx="4000000" cy="500000"/>
          </a:xfrm>
          <a:prstGeom prst="rect">
            <a:avLst/>
          </a:prstGeom>
        </p:spPr>
        <p:txBody>
          <a:bodyPr/>
          <a:lstStyle/>
          <a:p>
            <a:r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