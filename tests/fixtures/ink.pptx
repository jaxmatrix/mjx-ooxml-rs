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ink/ink1.xml" ContentType="application/inkml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ink/ink1.xml><?xml version="1.0" encoding="utf-8"?>
<inkml:ink xmlns:inkml="http://www.w3.org/2003/InkML">
  <inkml:trace>10 10, 20 30, 40 20</inkml:trace>
</inkml:ink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ustomXml" Target="../ink/ink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  <mc:AlternateContent>
        <mc:Choice xmlns:p14="http://schemas.microsoft.com/office/powerpoint/2010/main" Requires="p14">
          <p:contentPart r:id="rId2"/>
        </mc:Choice>
        <mc:Fallback/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