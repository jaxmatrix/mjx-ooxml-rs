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theme/theme1.xml" ContentType="application/vnd.openxmlformats-officedocument.theme+xml"/>
  <Override PartName="/ppt/ink/ink1.xml" ContentType="application/inkml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</Relationships>
</file>

<file path=ppt/presentation.xml><?xml version="1.0" encoding="utf-8"?>
<p:presentation xmlns:p="http://schemas.openxmlformats.org/presentationml/2006/main" xmlns:a="http://schemas.openxmlformats.org/drawingml/2006/main" xmlns:r="http://schemas.openxmlformats.org/officeDocument/2006/relationships">
  <p:sldMasterIdLst>
    <p:sldMasterId id="2147483648" r:id="rId1"/>
  </p:sldMasterIdLst>
  <p:sldIdLst>
    <p:sldId id="256" r:id="rId2"/>
  </p:sldIdLst>
  <p:sldSz cx="9144000" cy="6858000" type="screen4x3"/>
  <p:notesSz cx="6858000" cy="9144000"/>
</p:presentation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Master" Target="slideMasters/slideMaster1.xml"/>
  <Relationship Id="rId2" Type="http://schemas.openxmlformats.org/officeDocument/2006/relationships/slide" Target="slides/slide1.xml"/>
  <Relationship Id="rId3" Type="http://schemas.openxmlformats.org/officeDocument/2006/relationships/theme" Target="theme/theme1.xml"/>
</Relationships>
</file>

<file path=ppt/ink/ink1.xml><?xml version="1.0" encoding="utf-8"?>
<inkml:ink xmlns:inkml="http://www.w3.org/2003/InkML">
  <inkml:trace>10 10, 20 30, 40 20</inkml:trace>
</inkml:ink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p="http://schemas.openxmlformats.org/presentationml/2006/main" xmlns:a="http://schemas.openxmlformats.org/drawingml/2006/main" xmlns:r="http://schemas.openxmlformats.org/officeDocument/2006/relationships" type="blank" preserve="1">
  <p:cSld name="Blank">
    <p:spTree>
      <p:nvGrpSpPr>
        <p:cNvPr id="1" name=""/>
        <p:cNvGrpSpPr/>
        <p:nvPr/>
      </p:nvGrpSpPr>
      <p:grpSpPr/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theme" Target="../theme/theme1.xml"/>
</Relationships>
</file>

<file path=ppt/slideMasters/slideMaster1.xml><?xml version="1.0" encoding="utf-8"?>
<p:sldMaster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customXml" Target="../ink/ink1.xml"/>
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 xmlns:mc="http://schemas.openxmlformats.org/markup-compatibility/2006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Hello OOXML</a:t>
            </a:r>
          </a:p>
        </p:txBody>
      </p:sp>
      <mc:AlternateContent>
        <mc:Choice xmlns:p14="http://schemas.microsoft.com/office/powerpoint/2010/main" Requires="p14">
          <p:contentPart r:id="rId2"/>
        </mc:Choice>
        <mc:Fallback/>
      </mc:AlternateContent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