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2"/>
    <p:sldId id="257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notesMaster" Target="notesMasters/notesMaster1.xml"/>
  <Relationship Id="rId5" Type="http://schemas.openxmlformats.org/officeDocument/2006/relationships/slide" Target="slides/slide2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Remember to smile.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Notes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