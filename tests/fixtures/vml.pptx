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vmlDrawing" Target="../drawings/vmlDrawing1.v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OOXML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