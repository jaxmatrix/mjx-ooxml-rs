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embeddings/oleObject1.bin" ContentType="application/vnd.openxmlformats-officedocument.oleObjec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override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oleObject" Target="../embeddings/oleObject1.bin"/>
  <Relationship Id="rId3" Type="http://schemas.openxmlformats.org/officeDocument/2006/relationships/image" Target="../media/image1.pn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OOXML</a:t>
            </a:r>
          </a:p>
        </p:txBody>
      </p:sp>
      <p:graphicFrame>
        <p:nvGraphicFramePr>
          <p:cNvPr id="3" name="Object 2"/>
          <p:cNvGraphicFramePr/>
          <p:nvPr/>
        </p:nvGraphicFramePr>
        <p:xfrm>
          <a:off x="1524000" y="1143000"/>
          <a:ext cx="3048000" cy="228600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26" name="Worksheet" r:id="rId2" imgW="3048000" imgH="22860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24000" y="1143000"/>
                        <a:ext cx="3048000" cy="2286000"/>
                      </a:xfrm>
                      <a:prstGeom prst="rect">
                        <a:avLst/>
                      </a:prstGeom>
                    </p:spPr>
                  </p:pic>
                </p:oleObj>
              </mc:Choice>
              <mc:Fallback>
                <p:pic>
                  <p:nvPicPr>
                    <p:cNvPr id="0" name=""/>
                    <p:cNvPicPr/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1524000" y="1143000"/>
                      <a:ext cx="3048000" cy="2286000"/>
                    </a:xfrm>
                    <a:prstGeom prst="rect">
                      <a:avLst/>
                    </a:prstGeom>
                  </p:spPr>
                </p:pic>
              </mc:Fallback>
            </mc:AlternateContent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