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/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58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sz="half" idx="11"/>
          </p:nvPr>
        </p:nvSpPr>
        <p:spPr>
          <a:xfrm>
            <a:off x="30000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half" idx="12"/>
          </p:nvPr>
        </p:nvSpPr>
        <p:spPr>
          <a:xfrm>
            <a:off x="64008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Office Theme"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>
        <a:defRPr sz="4400"/>
      </a:lvl1pPr>
    </p:titleStyle>
    <p:bodyStyle>
      <a:lvl1pPr marL="342900" indent="-342900">
        <a:buChar char="•"/>
        <a:defRPr sz="3200"/>
      </a:lvl1pPr>
      <a:lvl2pPr marL="742950" indent="-285750">
        <a:buChar char="–"/>
        <a:defRPr sz="2800"/>
      </a:lvl2pPr>
      <a:lvl3pPr marL="1143000" indent="-228600">
        <a:buChar char="»"/>
        <a:defRPr sz="24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and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Body text on layout 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 second layout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