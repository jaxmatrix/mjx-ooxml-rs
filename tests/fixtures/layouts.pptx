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3886200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/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5800" y="6356350"/>
            <a:ext cx="20574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half" idx="11"/>
          </p:nvPr>
        </p:nvSpPr>
        <p:spPr>
          <a:xfrm>
            <a:off x="3000000" y="6356350"/>
            <a:ext cx="2057400" cy="36512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half" idx="12"/>
          </p:nvPr>
        </p:nvSpPr>
        <p:spPr>
          <a:xfrm>
            <a:off x="6400800" y="6356350"/>
            <a:ext cx="2057400" cy="365125"/>
          </a:xfrm>
          <a:prstGeom prst="rect">
            <a:avLst/>
          </a:prstGeo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38862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>
        <a:defRPr sz="4400"/>
      </a:lvl1pPr>
    </p:titleStyle>
    <p:bodyStyle>
      <a:lvl1pPr marL="342900" indent="-342900">
        <a:buChar char="•"/>
        <a:defRPr sz="3200"/>
      </a:lvl1pPr>
      <a:lvl2pPr marL="742950" indent="-285750">
        <a:buChar char="–"/>
        <a:defRPr sz="2800"/>
      </a:lvl2pPr>
      <a:lvl3pPr marL="1143000" indent="-228600">
        <a:buChar char="»"/>
        <a:defRPr sz="24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38862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Body text on layout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second layout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7200" y="365125"/>
            <a:ext cx="1828800" cy="914400"/>
            <a:chOff x="1000000" y="2000000"/>
            <a:chExt cx="3657600" cy="1828800"/>
          </a:xfrm>
        </p:grpSpPr>
        <p:sp>
          <p:nvSpPr>
            <p:cNvPr id="5" name="Rectangle 4"/>
            <p:cNvSpPr/>
            <p:nvPr/>
          </p:nvSpPr>
          <p:spPr>
            <a:xfrm>
              <a:off x="1000000" y="2000000"/>
              <a:ext cx="1828800" cy="1828800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ectangle 5"/>
            <p:cNvSpPr/>
            <p:nvPr/>
          </p:nvSpPr>
          <p:spPr>
            <a:xfrm>
              <a:off x="2828800" y="2000000"/>
              <a:ext cx="1828800" cy="1828800"/>
            </a:xfrm>
            <a:prstGeom prst="ellipse">
              <a:avLst/>
            </a:prstGeom>
          </p:spPr>
          <p:txBody>
            <a:bodyPr/>
            <a:lstStyle/>
            <a:p/>
          </p:txBody>
        </p:sp>
      </p:grp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0" y="365125"/>
          <a:ext cx="3048000" cy="370840"/>
        </p:xfrm>
        <a:graphic>
          <a:graphicData uri="http://schemas.openxmlformats.org/drawingml/2006/table">
            <a:tbl>
              <a:tblPr firstRow="1" bandRow="1"/>
              <a:tblGrid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Cell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