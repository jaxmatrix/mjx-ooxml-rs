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a="http://schemas.openxmlformats.org/drawingml/2006/main" xmlns:r="http://schemas.openxmlformats.org/officeDocument/2006/relationships" type="obj" preserve="1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1143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828800"/>
            <a:ext cx="7772400" cy="38862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5800" y="6356350"/>
            <a:ext cx="2057400" cy="365125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Footer Placeholder 4"/>
          <p:cNvSpPr>
            <a:spLocks noGrp="1"/>
          </p:cNvSpPr>
          <p:nvPr>
            <p:ph type="ftr" sz="half" idx="11"/>
          </p:nvPr>
        </p:nvSpPr>
        <p:spPr>
          <a:xfrm>
            <a:off x="3000000" y="6356350"/>
            <a:ext cx="2057400" cy="365125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half" idx="12"/>
          </p:nvPr>
        </p:nvSpPr>
        <p:spPr>
          <a:xfrm>
            <a:off x="6400800" y="6356350"/>
            <a:ext cx="2057400" cy="365125"/>
          </a:xfrm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 name="Office Theme"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1143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1828800"/>
            <a:ext cx="7772400" cy="38862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ctr">
        <a:defRPr sz="4400"/>
      </a:lvl1pPr>
    </p:titleStyle>
    <p:bodyStyle>
      <a:lvl1pPr>
        <a:defRPr sz="32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11430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Title and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828800"/>
            <a:ext cx="7772400" cy="38862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Body text on layout 2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A second layout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