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xmlns:r="http://schemas.openxmlformats.org/officeDocument/2006/relationships" type="obj" preserve="1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143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3886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 name="Office Theme"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1430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1828800"/>
            <a:ext cx="7772400" cy="3886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ctr">
        <a:defRPr sz="4400"/>
      </a:lvl1pPr>
    </p:titleStyle>
    <p:bodyStyle>
      <a:lvl1pPr>
        <a:defRPr sz="32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11430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Title and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828800"/>
            <a:ext cx="7772400" cy="38862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Body text on layout 2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 second layout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