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xmlns:r="http://schemas.openxmlformats.org/officeDocument/2006/relationships" type="obj" preserve="1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38862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/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5800" y="6356350"/>
            <a:ext cx="2057400" cy="365125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Footer Placeholder 4"/>
          <p:cNvSpPr>
            <a:spLocks noGrp="1"/>
          </p:cNvSpPr>
          <p:nvPr>
            <p:ph type="ftr" sz="half" idx="11"/>
          </p:nvPr>
        </p:nvSpPr>
        <p:spPr>
          <a:xfrm>
            <a:off x="3000000" y="6356350"/>
            <a:ext cx="2057400" cy="365125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half" idx="12"/>
          </p:nvPr>
        </p:nvSpPr>
        <p:spPr>
          <a:xfrm>
            <a:off x="6400800" y="6356350"/>
            <a:ext cx="2057400" cy="365125"/>
          </a:xfrm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Office Theme"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1143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1828800"/>
            <a:ext cx="7772400" cy="38862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ctr">
        <a:defRPr sz="4400"/>
      </a:lvl1pPr>
    </p:titleStyle>
    <p:bodyStyle>
      <a:lvl1pPr marL="342900" indent="-342900">
        <a:buChar char="•"/>
        <a:defRPr sz="3200"/>
      </a:lvl1pPr>
      <a:lvl2pPr marL="742950" indent="-285750">
        <a:buChar char="–"/>
        <a:defRPr sz="2800"/>
      </a:lvl2pPr>
      <a:lvl3pPr marL="1143000" indent="-228600">
        <a:buChar char="»"/>
        <a:defRPr sz="24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11430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Title and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38862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Body text on layout 2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A second layout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457200" y="365125"/>
            <a:ext cx="1828800" cy="914400"/>
            <a:chOff x="1000000" y="2000000"/>
            <a:chExt cx="3657600" cy="1828800"/>
          </a:xfrm>
        </p:grpSpPr>
        <p:sp>
          <p:nvSpPr>
            <p:cNvPr id="5" name="Rectangle 4"/>
            <p:cNvSpPr/>
            <p:nvPr/>
          </p:nvSpPr>
          <p:spPr>
            <a:xfrm>
              <a:off x="1000000" y="2000000"/>
              <a:ext cx="1828800" cy="18288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ectangle 5"/>
            <p:cNvSpPr/>
            <p:nvPr/>
          </p:nvSpPr>
          <p:spPr>
            <a:xfrm>
              <a:off x="2828800" y="2000000"/>
              <a:ext cx="1828800" cy="1828800"/>
            </a:xfrm>
            <a:prstGeom prst="ellipse">
              <a:avLst/>
            </a:prstGeom>
          </p:spPr>
          <p:txBody>
            <a:bodyPr/>
            <a:lstStyle/>
            <a:p/>
          </p:txBody>
        </p:sp>
      </p:grp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0" y="365125"/>
          <a:ext cx="3048000" cy="370840"/>
        </p:xfrm>
        <a:graphic>
          <a:graphicData uri="http://schemas.openxmlformats.org/drawingml/2006/table">
            <a:tbl>
              <a:tblPr firstRow="1" bandRow="1"/>
              <a:tblGrid>
                <a:gridCol w="3048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Cell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