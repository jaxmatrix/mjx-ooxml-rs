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OOXML</a:t>
            </a:r>
          </a:p>
        </p:txBody>
      </p:sp>
      <p:sp>
        <p:nvSpPr>
          <p:cNvPr id="3" name="EffectRef Shape"/>
          <p:cNvSpPr/>
          <p:nvPr/>
        </p:nvSpPr>
        <p:spPr>
          <a:xfrm>
            <a:off x="1000000" y="1000000"/>
            <a:ext cx="2000000" cy="1000000"/>
          </a:xfrm>
          <a:prstGeom prst="rect">
            <a:avLst/>
          </a:prstGeom>
        </p:spPr>
        <p:style>
          <a:lnRef idx="0">
            <a:schemeClr val="accent1"/>
          </a:lnRef>
          <a:fillRef idx="0">
            <a:schemeClr val="accent1"/>
          </a:fillRef>
          <a:effectRef idx="3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>
              <a:schemeClr val="phClr">
                <a:alpha val="63000"/>
              </a:schemeClr>
            </a:outerShdw>
          </a:effectLst>
          <a:scene3d>
            <a:camera prst="orthographicFront"/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