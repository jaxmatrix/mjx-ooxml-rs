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tableStyles.xml><?xml version="1.0" encoding="utf-8"?>
<a:tblStyleLst xmlns:a="http://schemas.openxmlformats.org/drawingml/2006/main" def="{2E9B8F31-6A47-4C8D-B0A2-9F4E7D3C1B65}">
  <a:tblStyle styleId="{2E9B8F31-6A47-4C8D-B0A2-9F4E7D3C1B65}" styleName="Report Style">
    <a:wholeTbl>
      <a:tcStyle>
        <a:tcBdr>
          <a:insideH>
            <a:ln/>
          </a:insideH>
        </a:tcBdr>
      </a:tcStyle>
    </a:wholeTbl>
    <a:band1H>
      <a:tcStyle>
        <a:fill>
          <a:solidFill>
            <a:srgbClr val="D9E1F2"/>
          </a:solidFill>
        </a:fill>
      </a:tcStyle>
    </a:band1H>
    <a:firstRow>
      <a:tcTxStyle b="on">
        <a:srgbClr val="FFFFFF"/>
      </a:tcTxStyle>
      <a:tcStyle>
        <a:fill>
          <a:solidFill>
            <a:srgbClr val="1F3864"/>
          </a:solidFill>
        </a:fill>
      </a:tcStyle>
    </a:firstRow>
  </a:tblStyle>
</a:tblStyleLs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Relationship Id="rId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{2E9B8F31-6A47-4C8D-B0A2-9F4E7D3C1B65}</a:tableStyleId>
                <a:extLst>
                  <a:ext uri="{1B2C3D4E-5F60-4718-9A0B-C1D2E3F40501}">
                    <mjx:tableTag xmlns:mjx="urn:mjx-ooxml-rs:test-extension" value="quarterly"/>
                  </a:ext>
                </a:extLst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>
                    <a:extLst>
                      <a:ext uri="{1B2C3D4E-5F60-4718-9A0B-C1D2E3F40502}">
                        <mjx:cellTag xmlns:mjx="urn:mjx-ooxml-rs:test-extension" value="region-header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