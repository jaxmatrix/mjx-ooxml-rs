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r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Bar 10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0" dist="457200" dir="2700000" rotWithShape="0">
              <a:srgbClr val="000000">
                <a:alpha val="63000"/>
              </a:srgbClr>
            </a:outerShdw>
          </a:effectLst>
        </p:spPr>
      </p:sp>
      <p:sp>
        <p:nvSpPr>
          <p:cNvPr id="11" name="Bar 11"/>
          <p:cNvSpPr/>
          <p:nvPr/>
        </p:nvSpPr>
        <p:spPr>
          <a:xfrm>
            <a:off x="640080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0" dist="457200" dir="2700000" rotWithShape="0">
              <a:srgbClr val="000000"/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