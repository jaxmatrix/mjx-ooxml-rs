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Bar 10"/>
          <p:cNvSpPr/>
          <p:nvPr/>
        </p:nvSpPr>
        <p:spPr>
          <a:xfrm>
            <a:off x="457200" y="914400"/>
            <a:ext cx="13716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1" name="Bar 11"/>
          <p:cNvSpPr/>
          <p:nvPr/>
        </p:nvSpPr>
        <p:spPr>
          <a:xfrm>
            <a:off x="2286000" y="914400"/>
            <a:ext cx="1371600" cy="1828800"/>
          </a:xfrm>
          <a:prstGeom prst="rect">
            <a:avLst/>
          </a:prstGeom>
          <a:solidFill>
            <a:srgbClr val="000000">
              <a:alpha val="25000"/>
            </a:srgbClr>
          </a:solidFill>
          <a:ln>
            <a:noFill/>
          </a:ln>
        </p:spPr>
      </p:sp>
      <p:sp>
        <p:nvSpPr>
          <p:cNvPr id="12" name="Bar 12"/>
          <p:cNvSpPr/>
          <p:nvPr/>
        </p:nvSpPr>
        <p:spPr>
          <a:xfrm>
            <a:off x="4114800" y="914400"/>
            <a:ext cx="1371600" cy="18288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13" name="Bar 13"/>
          <p:cNvSpPr/>
          <p:nvPr/>
        </p:nvSpPr>
        <p:spPr>
          <a:xfrm>
            <a:off x="5943600" y="914400"/>
            <a:ext cx="1371600" cy="1828800"/>
          </a:xfrm>
          <a:prstGeom prst="rect">
            <a:avLst/>
          </a:prstGeom>
          <a:solidFill>
            <a:srgbClr val="000000">
              <a:alpha val="75000"/>
            </a:srgbClr>
          </a:solidFill>
          <a:ln>
            <a:noFill/>
          </a:ln>
        </p:spPr>
      </p:sp>
      <p:sp>
        <p:nvSpPr>
          <p:cNvPr id="14" name="Bar 14"/>
          <p:cNvSpPr/>
          <p:nvPr/>
        </p:nvSpPr>
        <p:spPr>
          <a:xfrm>
            <a:off x="7772400" y="914400"/>
            <a:ext cx="137160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