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media/image9.png" ContentType="image/png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 type="screen16x9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buChar char="•"/>
        <a:defRPr sz="1800" kern="1200">
          <a:solidFill>
            <a:schemeClr val="tx1"/>
          </a:solidFill>
          <a:latin typeface="+mn-lt"/>
        </a:defRPr>
      </a:lvl5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9" Type="http://schemas.openxmlformats.org/officeDocument/2006/relationships/image" Target="../media/image9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914400" y="914400"/>
            <a:ext cx="2743200" cy="1828800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