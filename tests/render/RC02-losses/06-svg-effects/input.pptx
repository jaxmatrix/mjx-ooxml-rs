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solidFill>
            <a:srgbClr val="4472C4"/>
          </a:solidFill>
          <a:effectLst>
            <a:innerShdw blurRad="63500" dist="50800" dir="2700000">
              <a:srgbClr val="000000"/>
            </a:innerShdw>
          </a:effectLst>
        </p:spPr>
      </p:sp>
      <p:sp>
        <p:nvSpPr>
          <p:cNvPr id="3" name="Shape 3"/>
          <p:cNvSpPr/>
          <p:nvPr/>
        </p:nvSpPr>
        <p:spPr>
          <a:xfrm>
            <a:off x="4572000" y="914400"/>
            <a:ext cx="2743200" cy="1828800"/>
          </a:xfrm>
          <a:prstGeom prst="rect">
            <a:avLst/>
          </a:prstGeom>
          <a:solidFill>
            <a:srgbClr val="ED7D31"/>
          </a:solidFill>
          <a:effectLst>
            <a:reflection blurRad="6350" stA="50000" endA="300" endPos="55000" dist="0" dir="5400000" sy="-100000" algn="bl" rotWithShape="0"/>
          </a:effectLst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