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embeddings/Microsoft_Excel_Sheet1.xlsx" ContentType="application/vnd.openxmlformats-officedocument.spreadsheetml.sheet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 type="screen16x9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barChart>
        <c:barDir val="col"/>
        <c:grouping val="clustered"/>
        <c:ser>
          <c:idx val="0"/>
          <c:order val="0"/>
          <c:tx>
            <c:v>Revenue</c:v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plotVisOnly val="1"/>
    <c:dispBlanksAs val="gap"/>
  </c:chart>
  <c:externalData r:id="rId1">
    <c:autoUpdate val="0"/>
  </c:externalData>
</c:chartSpac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buChar char="•"/>
        <a:defRPr sz="1800" kern="1200">
          <a:solidFill>
            <a:schemeClr val="tx1"/>
          </a:solidFill>
          <a:latin typeface="+mn-lt"/>
        </a:defRPr>
      </a:lvl5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p14="http://schemas.microsoft.com/office/powerpoint/2010/main">
  <p:cSld>
    <p:spTree>
      <p:nvGrpSpPr>
        <p:cNvPr id="1" name=""/>
        <p:cNvGrpSpPr/>
        <p:nvPr/>
      </p:nvGrpSpPr>
      <p:grpSpPr/>
      <p:graphicFrame>
        <p:nvGraphicFramePr>
          <p:cNvPr id="2" name="Chart 2"/>
          <p:cNvGraphicFramePr>
            <a:graphicFrameLocks noGrp="1"/>
          </p:cNvGraphicFramePr>
          <p:nvPr/>
        </p:nvGraphicFramePr>
        <p:xfrm>
          <a:off x="914400" y="9144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