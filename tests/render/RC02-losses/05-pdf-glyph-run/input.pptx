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 type="screen16x9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buChar char="•"/>
        <a:defRPr sz="1800" kern="1200">
          <a:solidFill>
            <a:schemeClr val="tx1"/>
          </a:solidFill>
          <a:latin typeface="+mn-lt"/>
        </a:defRPr>
      </a:lvl5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mc="http://schemas.openxmlformats.org/markup-compatibility/2006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914400" y="914400"/>
            <a:ext cx="2743200" cy="1828800"/>
          </a:xfrm>
          <a:prstGeom prst="rect">
            <a:avLst/>
          </a:prstGeom>
        </p:spPr>
        <p:txBody>
          <a:bodyPr/>
          <a:lstStyle/>
          <a:p>
            <a:r>
              <a:rPr lang="en-US" sz="2800">
                <a:solidFill>
                  <a:srgbClr val="000000"/>
                </a:solidFill>
              </a:rPr>
              <a:t>Hello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