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ink/ink1.xml" ContentType="application/inkml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ink/ink1.xml><?xml version="1.0" encoding="utf-8"?>
<inkml:ink xmlns:inkml="http://www.w3.org/2003/InkML">
  <inkml:trace>0 0, 1000 1000, 2000 0</inkml:trace>
</inkml:ink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7" Type="http://schemas.openxmlformats.org/officeDocument/2006/relationships/customXml" Target="../ink/ink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mc:AlternateContent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914400" y="914400"/>
              <a:ext cx="2743200" cy="1828800"/>
            </p14:xfrm>
          </p:contentPart>
        </mc:Choice>
        <mc:Fallback/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