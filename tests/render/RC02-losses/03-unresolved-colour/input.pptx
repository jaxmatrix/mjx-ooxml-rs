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buChar char="•"/>
        <a:defRPr sz="1800" kern="12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solidFill>
            <a:schemeClr val="phClr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4572000" y="914400"/>
            <a:ext cx="2743200" cy="1828800"/>
          </a:xfrm>
          <a:prstGeom prst="rect">
            <a:avLst/>
          </a:prstGeom>
          <a:solidFill>
            <a:schemeClr val="phClr">
              <a:lumMod val="75000"/>
            </a:schemeClr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