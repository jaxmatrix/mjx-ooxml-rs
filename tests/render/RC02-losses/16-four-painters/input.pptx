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cxnSp>
        <p:nvCxnSpPr>
          <p:cNvPr id="2" name="Arrow 1"/>
          <p:cNvCxnSpPr/>
          <p:nvPr/>
        </p:nvCxnSpPr>
        <p:spPr>
          <a:xfrm>
            <a:off x="914400" y="1828800"/>
            <a:ext cx="5486400" cy="0"/>
          </a:xfrm>
          <a:prstGeom prst="line">
            <a:avLst/>
          </a:prstGeom>
          <a:ln w="38100">
            <a:solidFill>
              <a:srgbClr val="000000"/>
            </a:solidFill>
            <a:headEnd type="triangle"/>
            <a:tailEnd type="arrow"/>
          </a:ln>
        </p:spPr>
      </p:cxn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