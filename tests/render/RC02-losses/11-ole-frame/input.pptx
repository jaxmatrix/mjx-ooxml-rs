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embeddings/oleObject1.bin" ContentType="application/vnd.openxmlformats-officedocument.oleObject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 type="screen16x9"/>
  <p:notesSz cx="6858000" cy="12192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Office Theme">
    <p:spTree>
      <p:nvGrpSpPr>
        <p:cNvPr id="1" name=""/>
        <p:cNvGrpSpPr/>
        <p:nvPr/>
      </p:nvGrpSpPr>
      <p:grpSpPr/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defRPr sz="4400" kern="1200">
          <a:solidFill>
            <a:schemeClr val="tx1"/>
          </a:solidFill>
          <a:latin typeface="+mj-lt"/>
        </a:defRPr>
      </a:lvl1pPr>
    </p:titleStyle>
    <p:bodyStyle>
      <a:lvl1pPr marL="228600" indent="-228600" algn="l">
        <a:buChar char="•"/>
        <a:defRPr sz="2800" kern="1200">
          <a:solidFill>
            <a:schemeClr val="tx1"/>
          </a:solidFill>
          <a:latin typeface="+mn-lt"/>
        </a:defRPr>
      </a:lvl1pPr>
      <a:lvl2pPr marL="685800" indent="-228600" algn="l">
        <a:buChar char="•"/>
        <a:defRPr sz="2400" kern="1200">
          <a:solidFill>
            <a:schemeClr val="tx1"/>
          </a:solidFill>
          <a:latin typeface="+mn-lt"/>
        </a:defRPr>
      </a:lvl2pPr>
      <a:lvl3pPr marL="1143000" indent="-228600" algn="l">
        <a:buChar char="•"/>
        <a:defRPr sz="2000" kern="1200">
          <a:solidFill>
            <a:schemeClr val="tx1"/>
          </a:solidFill>
          <a:latin typeface="+mn-lt"/>
        </a:defRPr>
      </a:lvl3pPr>
      <a:lvl4pPr marL="1600200" indent="-228600" algn="l">
        <a:buChar char="•"/>
        <a:defRPr sz="1800" kern="1200">
          <a:solidFill>
            <a:schemeClr val="tx1"/>
          </a:solidFill>
          <a:latin typeface="+mn-lt"/>
        </a:defRPr>
      </a:lvl4pPr>
      <a:lvl5pPr marL="2057400" indent="-228600" algn="l">
        <a:buChar char="•"/>
        <a:defRPr sz="1800" kern="1200">
          <a:solidFill>
            <a:schemeClr val="tx1"/>
          </a:solidFill>
          <a:latin typeface="+mn-lt"/>
        </a:defRPr>
      </a:lvl5pPr>
    </p:bodyStyle>
    <p:otherStyle>
      <a:lvl1pPr>
        <a:defRPr sz="1800">
          <a:solidFill>
            <a:schemeClr val="tx1"/>
          </a:solidFill>
          <a:latin typeface="+mn-lt"/>
        </a:defRPr>
      </a:lvl1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7" Type="http://schemas.openxmlformats.org/officeDocument/2006/relationships/oleObject" Target="../embeddings/oleObject1.bin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mc="http://schemas.openxmlformats.org/markup-compatibility/2006" xmlns:p14="http://schemas.microsoft.com/office/powerpoint/2010/main">
  <p:cSld>
    <p:spTree>
      <p:nvGrpSpPr>
        <p:cNvPr id="1" name=""/>
        <p:cNvGrpSpPr/>
        <p:nvPr/>
      </p:nvGrpSpPr>
      <p:grpSpPr/>
      <p:graphicFrame>
        <p:nvGraphicFramePr>
          <p:cNvPr id="2" name="Object 1"/>
          <p:cNvGraphicFramePr/>
          <p:nvPr/>
        </p:nvGraphicFramePr>
        <p:xfrm>
          <a:off x="914400" y="914400"/>
          <a:ext cx="3657600" cy="2743200"/>
        </p:xfrm>
        <a:graphic>
          <a:graphicData uri="http://schemas.openxmlformats.org/presentationml/2006/ole">
            <p:oleObj name="Packager" r:id="rId7" imgW="3657600" imgH="2743200" progId="Package">
              <p:embed/>
            </p:oleObj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>
            <a:tint val="60000"/>
          </a:schemeClr>
        </a:solidFill>
        <a:solidFill>
          <a:schemeClr val="phClr">
            <a:shade val="80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60000"/>
          </a:schemeClr>
        </a:solidFill>
        <a:solidFill>
          <a:schemeClr val="phClr">
            <a:shade val="80000"/>
          </a:schemeClr>
        </a:solidFill>
      </a:bgFillStyleLst>
    </a:fmtScheme>
  </a:themeElements>
</a:theme>
</file>

<file path=docProps/app.xml><?xml version="1.0" encoding="utf-8"?>
<Properties xmlns="http://schemas.openxmlformats.org/officeDocument/2006/extended-properti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