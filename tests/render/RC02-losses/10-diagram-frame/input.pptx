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diagrams/data1.xml" ContentType="application/vnd.openxmlformats-officedocument.drawingml.diagramData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diagrams/data1.xml><?xml version="1.0" encoding="utf-8"?>
<dgm:dataModel xmlns:dgm="http://schemas.openxmlformats.org/drawingml/2006/diagram">
  <dgm:ptLst/>
</dgm:dataModel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graphicFrame>
        <p:nvGraphicFramePr>
          <p:cNvPr id="2" name="Diagram 1"/>
          <p:cNvGraphicFramePr/>
          <p:nvPr/>
        </p:nvGraphicFramePr>
        <p:xfrm>
          <a:off x="914400" y="914400"/>
          <a:ext cx="5486400" cy="3657600"/>
        </p:xfrm>
        <a:graphic>
          <a:graphicData uri="http://schemas.openxmlformats.org/drawingml/2006/diagram">
            <dgm:relIds xmlns:dgm="http://schemas.openxmlformats.org/drawingml/2006/diagram" r:dm="rId7" r:lo="rId7" r:qs="rId7" r:cs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