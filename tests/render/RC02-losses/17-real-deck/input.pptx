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 algn="l">
      <a:defRPr sz="1100"/>
    </a:defPPr>
    <a:lvl1pPr>
      <a:defRPr sz="1100" i="1"/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Levels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3886200"/>
          </a:xfrm>
          <a:prstGeom prst="rect">
            <a:avLst/>
          </a:prstGeom>
        </p:spPr>
        <p:txBody>
          <a:bodyPr/>
          <a:lstStyle>
            <a:lvl2pPr>
              <a:defRPr b="1"/>
            </a:lvl2pPr>
            <a:lvl3pPr algn="r">
              <a:defRPr i="1"/>
            </a:lvl3pPr>
          </a:lstStyle>
          <a:p>
            <a:r>
              <a:rPr lang="en-US"/>
              <a:t>Layout body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evels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3886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000"/>
      </a:lvl1pPr>
    </p:titleStyle>
    <p:bodyStyle>
      <a:defPPr algn="just">
        <a:defRPr sz="1000" u="sng"/>
      </a:defPPr>
      <a:lvl1pPr marL="342900" indent="-342900">
        <a:buChar char="•"/>
        <a:defRPr sz="3200"/>
      </a:lvl1pPr>
      <a:lvl2pPr marL="742950" indent="-285750">
        <a:buChar char="–"/>
        <a:defRPr sz="2800">
          <a:latin typeface="+mn-lt"/>
        </a:defRPr>
      </a:lvl2pPr>
      <a:lvl3pPr marL="1143000" indent="-228600">
        <a:buChar char="»"/>
        <a:defRPr sz="2400">
          <a:solidFill>
            <a:schemeClr val="tx2"/>
          </a:solidFill>
        </a:defRPr>
      </a:lvl3pPr>
      <a:lvl4pPr marL="1600200" indent="-228600">
        <a:buChar char="›"/>
        <a:defRPr sz="2000"/>
      </a:lvl4pPr>
    </p:bodyStyle>
    <p:otherStyle>
      <a:lvl1pPr>
        <a:defRPr sz="12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3886200"/>
          </a:xfrm>
          <a:prstGeom prst="rect">
            <a:avLst/>
          </a:prstGeom>
        </p:spPr>
        <p:txBody>
          <a:bodyPr/>
          <a:lstStyle>
            <a:lvl3pPr>
              <a:defRPr sz="2600"/>
            </a:lvl3pPr>
          </a:lstStyle>
          <a:p>
            <a:pPr>
              <a:defRPr sz="1400"/>
            </a:pPr>
            <a:r>
              <a:rPr lang="en-US"/>
              <a:t>Level zero</a:t>
            </a:r>
          </a:p>
          <a:p>
            <a:pPr lvl="1"/>
            <a:r>
              <a:rPr lang="en-US" b="0"/>
              <a:t>Level one</a:t>
            </a:r>
          </a:p>
          <a:p>
            <a:pPr lvl="2"/>
            <a:r>
              <a:rPr lang="en-US"/>
              <a:t>Level two</a:t>
            </a:r>
          </a:p>
          <a:p>
            <a:pPr lvl="3"/>
            <a:r>
              <a:rPr lang="en-US"/>
              <a:t>Level three</a:t>
            </a:r>
          </a:p>
          <a:p>
            <a:pPr lvl="4"/>
            <a:r>
              <a:rPr lang="en-US"/>
              <a:t>Level four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2286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 text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5943600"/>
            <a:ext cx="2286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Not a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s Theme">
  <a:themeElements>
    <a:clrScheme name="Levels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evels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Level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